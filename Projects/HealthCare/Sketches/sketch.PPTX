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95A2-F9EB-43BB-8123-CC99AB783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E06118-1B84-4D2E-91EE-9B1187854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98B60-997B-418A-9912-BF50E5A9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55CC8-A1AC-4195-B6A1-CFFDEBBD618C}" type="datetimeFigureOut">
              <a:rPr lang="en-US" smtClean="0"/>
              <a:t>4/27/2019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E998C-63A1-490A-BA2E-746FA206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27F25-D90E-4B12-A4A8-84FA13758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F944-A54A-49C8-83E5-6A6D6A88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6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F78D6-E36A-434C-B197-7D110527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781F4-33C3-40AF-A873-4D1E5F63F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78E40-9E70-4F65-B959-DB34B9BB6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55CC8-A1AC-4195-B6A1-CFFDEBBD618C}" type="datetimeFigureOut">
              <a:rPr lang="en-US" smtClean="0"/>
              <a:t>4/27/2019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A23D-0F00-4222-BF3D-395BD5DFE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84BF3-37D4-4D34-A925-89407DE3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F944-A54A-49C8-83E5-6A6D6A88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46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FF075-C4A5-41FD-8FB3-D0199FED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A34B6-7CCF-48FD-BF5C-05771BB68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DA56D-CD93-4FCC-8D23-766CC9B10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55CC8-A1AC-4195-B6A1-CFFDEBBD618C}" type="datetimeFigureOut">
              <a:rPr lang="en-US" smtClean="0"/>
              <a:t>4/27/2019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F6E7D-638C-4882-AC4F-1736A5AB8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C516A-81EF-484E-897F-36DD8753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F944-A54A-49C8-83E5-6A6D6A88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2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C1F5F-D5CA-401F-8304-754FBC4F3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B44B3-67C3-4484-B255-D4CD59BB7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01DB5-E939-4307-A829-20ADB0619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02F50-962A-4C11-BA82-56D6A12BE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55CC8-A1AC-4195-B6A1-CFFDEBBD618C}" type="datetimeFigureOut">
              <a:rPr lang="en-US" smtClean="0"/>
              <a:t>4/27/2019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416E5-EBEF-4215-97CB-4FBD07332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CB74B-8C58-435B-8D03-C4556B21B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F944-A54A-49C8-83E5-6A6D6A88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76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2D626-BDD5-451E-BFCA-A59A9FDA6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55A4A-D781-4C83-B8E3-4BF1C71F6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304FA-2D3C-43AD-8825-82C354529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96707-7BDC-43FD-A852-B0FF743D9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DA59D-FDB6-4B4D-8A16-139400B808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D1F465-1550-4881-9A41-5278944DF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55CC8-A1AC-4195-B6A1-CFFDEBBD618C}" type="datetimeFigureOut">
              <a:rPr lang="en-US" smtClean="0"/>
              <a:t>4/27/2019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0A330D-B37B-40EB-B7A7-7CBBEED4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F1C9F5-1EA8-4897-BBF7-907281C87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F944-A54A-49C8-83E5-6A6D6A88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92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A3F3F-9369-4261-89A3-B7B24BD9C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8F544-96D3-48A7-AE67-24C8E945D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55CC8-A1AC-4195-B6A1-CFFDEBBD618C}" type="datetimeFigureOut">
              <a:rPr lang="en-US" smtClean="0"/>
              <a:t>4/27/2019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19531-048C-401E-93BC-F0121FA9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E25F9-FFFF-4DA1-9F5C-4E61D6F8B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F944-A54A-49C8-83E5-6A6D6A88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77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C5552C-301E-4B58-8180-1F802B509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55CC8-A1AC-4195-B6A1-CFFDEBBD618C}" type="datetimeFigureOut">
              <a:rPr lang="en-US" smtClean="0"/>
              <a:t>4/27/2019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F627A-5FBF-41B2-9F0C-CE6DAAAC9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C3DC5-088A-4411-B55B-5CA508F2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F944-A54A-49C8-83E5-6A6D6A88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74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8A36-551A-488D-BD4D-F8C2B321E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8E70A-25C5-44DF-8FCF-46D7AEBA3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4433BF-3502-48C0-B2ED-F9FC361B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57F49-A398-475C-BE12-208D12CFD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55CC8-A1AC-4195-B6A1-CFFDEBBD618C}" type="datetimeFigureOut">
              <a:rPr lang="en-US" smtClean="0"/>
              <a:t>4/27/2019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FA65E-A61D-4397-9163-BF4BE7AB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B7D01-8152-4E24-80F7-20B80ACA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F944-A54A-49C8-83E5-6A6D6A88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15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7763-96C0-4E79-A13E-5169EAAE3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0C91F-7766-4C85-A3DB-E40464BF60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7EF3D-524F-4A7B-B87B-6E2B94AB7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E6B35-2238-4F07-8D15-9A6E5DE31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55CC8-A1AC-4195-B6A1-CFFDEBBD618C}" type="datetimeFigureOut">
              <a:rPr lang="en-US" smtClean="0"/>
              <a:t>4/27/2019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8D394-B5B6-479E-BDED-22F3CD77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E6B7E-4858-4927-B2CD-5A4D12EE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F944-A54A-49C8-83E5-6A6D6A88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12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4C6A-A0E5-4FF0-A2B6-D5A0D07A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F888B-5D81-4737-B778-E2200725B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FA9C1-AF29-4961-B2DC-F7D92582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55CC8-A1AC-4195-B6A1-CFFDEBBD618C}" type="datetimeFigureOut">
              <a:rPr lang="en-US" smtClean="0"/>
              <a:t>4/27/2019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5724D-8D79-4131-AE69-28D943BB2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7025C-D126-480D-8A11-AF272DBE5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F944-A54A-49C8-83E5-6A6D6A88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41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AA8CF5-8F1E-44F5-AC2C-09038560C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4093DC-8E4F-480E-A163-1AFF3E4DA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F32CB-AA0F-4B5E-B816-47E55B90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55CC8-A1AC-4195-B6A1-CFFDEBBD618C}" type="datetimeFigureOut">
              <a:rPr lang="en-US" smtClean="0"/>
              <a:t>4/27/2019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0BC9C-94C5-4E0A-8390-A6C2A89C0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0CEE-17E1-48E2-805A-947260F4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4F944-A54A-49C8-83E5-6A6D6A88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37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AFA75A-698C-4A0E-A501-E5C21FEEC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50546-6070-4A5B-A43D-CF4EF095A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3F19C-C49E-4F6D-8780-12A671D12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55CC8-A1AC-4195-B6A1-CFFDEBBD618C}" type="datetimeFigureOut">
              <a:rPr lang="en-US" smtClean="0"/>
              <a:t>4/27/2019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E21A-4BBD-4EEF-AD67-814ABA0F8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4A450-B0B2-4C98-A622-E7498F7B5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4F944-A54A-49C8-83E5-6A6D6A88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3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A778EB-5F34-4EA6-AAD0-3D21E3D33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320"/>
            <a:ext cx="11962151" cy="659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231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5B3711-EA7E-4C8A-BF6B-AFB7FFFF9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450"/>
            <a:ext cx="11617376" cy="662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82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F53E67-4E0F-4171-B056-A4A396D66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30"/>
            <a:ext cx="12262184" cy="681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97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1A81C0-D870-447A-966E-6C1B040EC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11" y="9840"/>
            <a:ext cx="11939333" cy="684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10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096F4A-5637-4BD1-94D0-01375E9FE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1151"/>
            <a:ext cx="11992130" cy="667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52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78DC02-03DC-4F35-97F5-AE3C9E8B6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13"/>
            <a:ext cx="12192000" cy="653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47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CDE247-1407-45BB-B441-66651196B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0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</cp:revision>
  <dcterms:created xsi:type="dcterms:W3CDTF">2019-04-27T08:21:02Z</dcterms:created>
  <dcterms:modified xsi:type="dcterms:W3CDTF">2019-04-27T08:38:34Z</dcterms:modified>
</cp:coreProperties>
</file>